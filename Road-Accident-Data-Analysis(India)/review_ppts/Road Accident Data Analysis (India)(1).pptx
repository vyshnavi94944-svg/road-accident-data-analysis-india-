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56" r:id="rId2"/>
    <p:sldId id="426" r:id="rId3"/>
    <p:sldId id="427" r:id="rId4"/>
    <p:sldId id="428" r:id="rId5"/>
    <p:sldId id="431" r:id="rId6"/>
    <p:sldId id="434" r:id="rId7"/>
    <p:sldId id="432" r:id="rId8"/>
    <p:sldId id="433" r:id="rId9"/>
    <p:sldId id="435" r:id="rId10"/>
    <p:sldId id="29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4446FB-C5EB-43B0-AB89-37BF2E7392DB}" v="36" dt="2026-08-06T19:07:59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90" d="100"/>
          <a:sy n="90" d="100"/>
        </p:scale>
        <p:origin x="374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1571612"/>
            <a:ext cx="10696612" cy="32975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EB2A7-8F51-1CDA-EA50-770C037CE4F0}"/>
              </a:ext>
            </a:extLst>
          </p:cNvPr>
          <p:cNvSpPr txBox="1"/>
          <p:nvPr/>
        </p:nvSpPr>
        <p:spPr>
          <a:xfrm>
            <a:off x="2438400" y="1571612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CFD42C-F8D4-A609-E50D-0FB46DC87A94}"/>
              </a:ext>
            </a:extLst>
          </p:cNvPr>
          <p:cNvSpPr txBox="1"/>
          <p:nvPr/>
        </p:nvSpPr>
        <p:spPr>
          <a:xfrm>
            <a:off x="2376506" y="2094832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7F6CF9-CED8-16DF-C21A-FD3AA9415002}"/>
              </a:ext>
            </a:extLst>
          </p:cNvPr>
          <p:cNvSpPr txBox="1"/>
          <p:nvPr/>
        </p:nvSpPr>
        <p:spPr>
          <a:xfrm>
            <a:off x="1644986" y="2635611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Road Accident</a:t>
            </a:r>
            <a:r>
              <a:rPr sz="3200" dirty="0">
                <a:latin typeface="Times New Roman" pitchFamily="18" charset="0"/>
                <a:cs typeface="Times New Roman" pitchFamily="18" charset="0"/>
              </a:rPr>
              <a:t> Data Analysis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(India)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73A4E5-EF8C-3DA9-9C8D-C2E695143D98}"/>
              </a:ext>
            </a:extLst>
          </p:cNvPr>
          <p:cNvSpPr txBox="1"/>
          <p:nvPr/>
        </p:nvSpPr>
        <p:spPr>
          <a:xfrm>
            <a:off x="2118360" y="3173429"/>
            <a:ext cx="7955279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N.V.Nanda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Kishore(25B11CS644)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P.Lakshmanudu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(25B11CS774)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B.Harshini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(25B11CSA80)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D.Sai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Vyshnavi(25B11CS246)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Y.Ram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Prasad(25B11CSA47)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Guide: Mr. K. Ashok Teja, Assistant Professor, CSE Dept.</a:t>
            </a:r>
            <a:endParaRPr sz="1600" b="1" dirty="0" err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BDD09A-7AB0-459E-FF20-F369E3490E04}"/>
              </a:ext>
            </a:extLst>
          </p:cNvPr>
          <p:cNvSpPr txBox="1"/>
          <p:nvPr/>
        </p:nvSpPr>
        <p:spPr>
          <a:xfrm>
            <a:off x="1957406" y="5733104"/>
            <a:ext cx="8153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3863752" y="116632"/>
            <a:ext cx="5832648" cy="12597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n-IN" sz="3400" b="1" dirty="0">
              <a:solidFill>
                <a:srgbClr val="0070C0"/>
              </a:solidFill>
              <a:latin typeface="Maiandra GD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DB6062-152B-6855-14A3-7D8C9522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085" y="1196752"/>
            <a:ext cx="10515600" cy="4896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b="1" dirty="0">
                <a:solidFill>
                  <a:schemeClr val="accent2"/>
                </a:solidFill>
              </a:rPr>
              <a:t>                 Problem Statement</a:t>
            </a:r>
          </a:p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839B7-1212-8D85-5FC7-44C78166A0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C91DE57-47F7-4FC2-98A3-9DDEA1AF55E2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CE3E9-A996-9253-6777-D521289266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639616" y="6286520"/>
            <a:ext cx="6599656" cy="365125"/>
          </a:xfrm>
        </p:spPr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9BE67A-BFD1-2E92-50C1-347C6D159A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110913" y="6356350"/>
            <a:ext cx="1081087" cy="365125"/>
          </a:xfrm>
        </p:spPr>
        <p:txBody>
          <a:bodyPr/>
          <a:lstStyle/>
          <a:p>
            <a:pPr algn="l"/>
            <a:fld id="{326EF2E3-409D-4D76-AD02-397A36B0DAF9}" type="slidenum">
              <a:rPr lang="en-US" smtClean="0"/>
              <a:pPr algn="l"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38DC8-6F7C-050A-A549-C1CFE0407E21}"/>
              </a:ext>
            </a:extLst>
          </p:cNvPr>
          <p:cNvSpPr txBox="1"/>
          <p:nvPr/>
        </p:nvSpPr>
        <p:spPr>
          <a:xfrm>
            <a:off x="1163452" y="2121529"/>
            <a:ext cx="98650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accidents in India result in significant loss of life and property due to factors such as road conditions, weather, driver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traffic violations. This project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accident data to identify the key factors influencing accident severity and to discover patterns that can support safer roads and informed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77477470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F0746E-C9B5-CC82-CC31-3AB925D37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accident data across different states and districts in India.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impact of weather, road conditions, and driver-related factors on accident severity.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relationship between vehicle type, speed, and accident outcomes.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accident trends using graphs and statistical analysis.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insights that can support road safety awareness and policy decisions.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DBA29-098D-F8F2-DFB4-1F7C7606562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18AF8-1DA6-FCC7-4971-4C86D210BF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Course                        Faculty Name, Designation, Dept.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9B6D6-E0A5-8031-348B-F4CEF42365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025447-F3A9-EDB9-A63B-3A5FCE69BD6B}"/>
              </a:ext>
            </a:extLst>
          </p:cNvPr>
          <p:cNvSpPr txBox="1"/>
          <p:nvPr/>
        </p:nvSpPr>
        <p:spPr>
          <a:xfrm>
            <a:off x="3791744" y="548681"/>
            <a:ext cx="63722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2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199944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78F477-5082-0A00-1485-03D8A4F31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268760"/>
            <a:ext cx="10689285" cy="4824535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80545-A849-243A-5CF8-D5A5C5AA7EC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D5700-5DB0-1748-FA6C-0450D32EF8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9A374-B537-232F-10BC-6EC5E2973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A76C5-A4AC-1436-0A25-36D6D15EA4BD}"/>
              </a:ext>
            </a:extLst>
          </p:cNvPr>
          <p:cNvSpPr txBox="1"/>
          <p:nvPr/>
        </p:nvSpPr>
        <p:spPr>
          <a:xfrm>
            <a:off x="3503712" y="260648"/>
            <a:ext cx="59766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accent2"/>
                </a:solidFill>
              </a:rPr>
              <a:t>DATASET DETAILS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A480AA-66F8-F4C2-7C4F-CEF1B7BD5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880961"/>
              </p:ext>
            </p:extLst>
          </p:nvPr>
        </p:nvGraphicFramePr>
        <p:xfrm>
          <a:off x="1487488" y="1340768"/>
          <a:ext cx="9420088" cy="5113869"/>
        </p:xfrm>
        <a:graphic>
          <a:graphicData uri="http://schemas.openxmlformats.org/drawingml/2006/table">
            <a:tbl>
              <a:tblPr/>
              <a:tblGrid>
                <a:gridCol w="4680965">
                  <a:extLst>
                    <a:ext uri="{9D8B030D-6E8A-4147-A177-3AD203B41FA5}">
                      <a16:colId xmlns:a16="http://schemas.microsoft.com/office/drawing/2014/main" val="3780568448"/>
                    </a:ext>
                  </a:extLst>
                </a:gridCol>
                <a:gridCol w="4739123">
                  <a:extLst>
                    <a:ext uri="{9D8B030D-6E8A-4147-A177-3AD203B41FA5}">
                      <a16:colId xmlns:a16="http://schemas.microsoft.com/office/drawing/2014/main" val="496074579"/>
                    </a:ext>
                  </a:extLst>
                </a:gridCol>
              </a:tblGrid>
              <a:tr h="450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accent1"/>
                          </a:solidFill>
                        </a:rPr>
                        <a:t>Dataset Information</a:t>
                      </a:r>
                      <a:endParaRPr lang="en-IN" sz="2400" dirty="0">
                        <a:solidFill>
                          <a:schemeClr val="accent1"/>
                        </a:solidFill>
                      </a:endParaRP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accent1"/>
                          </a:solidFill>
                        </a:rPr>
                        <a:t>Key Features</a:t>
                      </a:r>
                      <a:endParaRPr lang="en-IN" sz="2400" dirty="0">
                        <a:solidFill>
                          <a:schemeClr val="accent1"/>
                        </a:solidFill>
                      </a:endParaRP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246324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Source:</a:t>
                      </a:r>
                      <a:r>
                        <a:rPr lang="en-IN" sz="1600" dirty="0"/>
                        <a:t> Ministry of Road Transport and Highways (MoRTH)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Date &amp; Time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46087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Dataset:</a:t>
                      </a:r>
                      <a:r>
                        <a:rPr lang="en-IN" sz="1600"/>
                        <a:t> India Road Accidents Dataset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State &amp; District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826098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Records:</a:t>
                      </a:r>
                      <a:r>
                        <a:rPr lang="en-IN" sz="1600" dirty="0"/>
                        <a:t> 240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Road Type &amp; Road Surface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779706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Attributes:</a:t>
                      </a:r>
                      <a:r>
                        <a:rPr lang="en-IN" sz="1600" dirty="0"/>
                        <a:t> 25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Weather &amp; Lighting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90478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Format:</a:t>
                      </a:r>
                      <a:r>
                        <a:rPr lang="en-IN" sz="1600" dirty="0"/>
                        <a:t> CSV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Vehicle Type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854275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Driver Age Group &amp; Gender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775712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Speed Limit &amp; Estimated Speed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040248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Alcohol Involvement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24287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Helmet/Seatbelt Usage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843748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Severity, Fatalities &amp; Injuries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25985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Primary Cause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60713"/>
                  </a:ext>
                </a:extLst>
              </a:tr>
              <a:tr h="372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• Latitude &amp; Longitude</a:t>
                      </a:r>
                    </a:p>
                  </a:txBody>
                  <a:tcPr marL="83680" marR="83680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146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44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481E88-3D8F-3DBB-CCAA-D0C063320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selected because it provides powerful libraries for data processing, analysis, and visualization.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manipulation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structured datasets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operations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processing </a:t>
            </a:r>
          </a:p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D9F69-339F-C7A4-3332-66F0252EE45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41703-C793-D8E7-BC28-839CE71D58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19511-492F-252C-4C37-A31D5BBB4DE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47157-B39E-6F3B-2279-14D59067B1BD}"/>
              </a:ext>
            </a:extLst>
          </p:cNvPr>
          <p:cNvSpPr txBox="1"/>
          <p:nvPr/>
        </p:nvSpPr>
        <p:spPr>
          <a:xfrm>
            <a:off x="4223792" y="476673"/>
            <a:ext cx="6055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2"/>
                </a:solidFill>
              </a:rPr>
              <a:t>TECH STACK</a:t>
            </a:r>
          </a:p>
        </p:txBody>
      </p:sp>
    </p:spTree>
    <p:extLst>
      <p:ext uri="{BB962C8B-B14F-4D97-AF65-F5344CB8AC3E}">
        <p14:creationId xmlns:p14="http://schemas.microsoft.com/office/powerpoint/2010/main" val="3813190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8F954F-4ADB-A0E7-A9B5-17EAD8A0D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268760"/>
            <a:ext cx="10689285" cy="482453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basic data visualizations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visualization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attractive graphs for analysis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B7FF9-F56A-5C71-02C6-758C189B5E3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1999A-CA61-7863-37C5-21B58FDA78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316D1-6168-9C6F-62AA-37E3AA103E3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0DCBD9-C665-B769-38C2-4742172C9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52" y="662754"/>
            <a:ext cx="6140228" cy="510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26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7EF55F-9445-3FBD-4B18-2CB96E4A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76808" y="1196752"/>
            <a:ext cx="12907189" cy="52297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7200" b="1" dirty="0"/>
              <a:t>             </a:t>
            </a:r>
            <a:r>
              <a:rPr lang="en-IN" sz="4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Load Dataset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Data Cleaning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Data Preprocessing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Exploratory Data Analysis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Data Visualization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↓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Conclusion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BDD88-B525-54D0-25EA-3AA8D48BC44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7DA7D-0649-A598-20A4-9F08EED426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02FD5-FCF1-69C6-E61A-1853A26CF3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34342-F9B5-6AB0-E1A6-B05BADE3AA09}"/>
              </a:ext>
            </a:extLst>
          </p:cNvPr>
          <p:cNvSpPr txBox="1"/>
          <p:nvPr/>
        </p:nvSpPr>
        <p:spPr>
          <a:xfrm>
            <a:off x="3719736" y="214104"/>
            <a:ext cx="5760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</a:p>
        </p:txBody>
      </p:sp>
    </p:spTree>
    <p:extLst>
      <p:ext uri="{BB962C8B-B14F-4D97-AF65-F5344CB8AC3E}">
        <p14:creationId xmlns:p14="http://schemas.microsoft.com/office/powerpoint/2010/main" val="30699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BA6931-5F32-199C-280F-9AFF7583E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7" y="1194120"/>
            <a:ext cx="5823838" cy="4899175"/>
          </a:xfrm>
        </p:spPr>
        <p:txBody>
          <a:bodyPr>
            <a:normAutofit fontScale="92500"/>
          </a:bodyPr>
          <a:lstStyle/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required Python libraries.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and explored the road accident dataset.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 and preprocessing.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exploratory data analysis (EDA).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statistical summaries and visualizations.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interactive dashboard to visualize accident trends and key performance indicators (KPIs).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initial observations and findings.</a:t>
            </a:r>
          </a:p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F6C6A-30B1-3221-C94B-668425B866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AF1A3-2C05-D2F6-91D9-8E56750D28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A455C-6F3E-A28C-CE57-08319AA7F8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C2AF6-3433-D93C-EAAB-CFA5D80838FF}"/>
              </a:ext>
            </a:extLst>
          </p:cNvPr>
          <p:cNvSpPr txBox="1"/>
          <p:nvPr/>
        </p:nvSpPr>
        <p:spPr>
          <a:xfrm>
            <a:off x="3287688" y="214104"/>
            <a:ext cx="69847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 SO FAR</a:t>
            </a:r>
          </a:p>
        </p:txBody>
      </p:sp>
    </p:spTree>
    <p:extLst>
      <p:ext uri="{BB962C8B-B14F-4D97-AF65-F5344CB8AC3E}">
        <p14:creationId xmlns:p14="http://schemas.microsoft.com/office/powerpoint/2010/main" val="22257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40F022-3D24-B9AC-651B-D6F5020CB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accident data across different regions.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Identified key factors affecting accident severity.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Studied the impact of weather, road conditions, speed, and driver-related factors.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Performed data cleaning, preprocessing, and exploratory data analysis.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Created visualizations to understand accident trends and patterns.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an interactive dashboard to present key insights.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analysis can support road safety awareness and informed decision-making.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F7120-34A7-3856-FE13-29A77B105D4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29-09-2026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1145C-1F74-A7DA-2148-9ED975857F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80859-B492-095D-54F0-5FF5D6082E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B44263-160F-EED9-CD86-1BF1B93F196A}"/>
              </a:ext>
            </a:extLst>
          </p:cNvPr>
          <p:cNvSpPr txBox="1"/>
          <p:nvPr/>
        </p:nvSpPr>
        <p:spPr>
          <a:xfrm>
            <a:off x="4151784" y="404664"/>
            <a:ext cx="4932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900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838200" y="1124744"/>
            <a:ext cx="9972708" cy="3096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29-09-2026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/>
              <a:t>Course Name                                                                Faculty Name, Designation, Dept.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6682</TotalTime>
  <Words>614</Words>
  <Application>Microsoft Office PowerPoint</Application>
  <PresentationFormat>Widescreen</PresentationFormat>
  <Paragraphs>118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Maiandra GD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Ravi Sai Chowdary Akkina</cp:lastModifiedBy>
  <cp:revision>718</cp:revision>
  <cp:lastPrinted>2023-06-09T04:58:36Z</cp:lastPrinted>
  <dcterms:created xsi:type="dcterms:W3CDTF">2019-12-14T03:50:52Z</dcterms:created>
  <dcterms:modified xsi:type="dcterms:W3CDTF">2026-09-29T16:16:11Z</dcterms:modified>
</cp:coreProperties>
</file>